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Remainders and Reversibility:</a:t>
            </a:r>
            <a:br/>
            <a:r>
              <a:t>CRT-Based Data Hiding in Encrypted Images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115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A reproduction of Chen &amp; Xu (IEEE TCC, 2025)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Cloud storage spreads images across servers.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The CRT shares a pixel across residues losslessly.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Multiple data hiders can embed independently.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Embed data into an encrypted image without the plaintext.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Keep encryption strong (high entropy).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Extract data and recover the exact original.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Existing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Zhang 2011/2012: first (separable) RDHEI, low capacity.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Puteaux-Puech 2018: MSB prediction, ~1 bpp.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This paper: a specific high-capacity/secure RDHEI design.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Proposed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6583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Share pixels via CRT residues (lossless).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Embed by predictable-MSB replacement.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Exact recovery from marked shares.</a:t>
            </a:r>
          </a:p>
        </p:txBody>
      </p:sp>
      <p:pic>
        <p:nvPicPr>
          <p:cNvPr id="5" name="Picture 4" descr="fi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280160"/>
            <a:ext cx="4846320" cy="134205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Owner encrypts.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Data hider embeds in the encrypted domain.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Receiver extracts payload.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Receiver recovers the exact original.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Mathematical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Encryption: strong cipher (entropy ~ 8 bits).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MSB of predictable pixels replaced by payload bits.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Recovery: decrypt low bits + predict MSB from neighbours.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Experimental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8 USC-SIPI 512x512 grayscale images.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Metrics: net rate (bpp), encrypted entropy, exact recovery, payload correctness.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6583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Lossless CRT sharing (0 error).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Near 1 bpp.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Exact recovery.</a:t>
            </a:r>
          </a:p>
        </p:txBody>
      </p:sp>
      <p:pic>
        <p:nvPicPr>
          <p:cNvPr id="5" name="Picture 4" descr="fig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280160"/>
            <a:ext cx="4846320" cy="16154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Distributed/robust.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High capacity.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Reversible.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Multi-hider approximated.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One modulus suffices for 8-bit.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Gross rate.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Independent multi-hider embedding.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Collusion resistance.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Larger corpora.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Reproduced a high-capacity reversible-in-encrypted-domain scheme.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Near-1-bpp rate, strong encryption, and exact recovery.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Chen &amp; Xu. CRT-based RDHEI. IEEE TCC 13(3), 2025.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Puteaux &amp; Puech. MSB-prediction RDHEI. IEEE TIFS 13(7), 2018.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Zhang. RDH in Encrypted Image. IEEE SPL 18(4), 2011.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